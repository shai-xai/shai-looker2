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2984" cy="10972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Shape 1"/>
          <p:cNvSpPr/>
          <p:nvPr/>
        </p:nvSpPr>
        <p:spPr>
          <a:xfrm>
            <a:off x="4062984" y="0"/>
            <a:ext cx="4062984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8125968" y="0"/>
            <a:ext cx="4062984" cy="109728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5" name="Image 0" descr="how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777240" cy="7772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3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 PRESENTS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9808" y="173736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8000" b="1" dirty="0">
                <a:solidFill>
                  <a:srgbClr val="FF3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80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D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event’s data, finally working for you.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2960" y="41148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9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Experience OS for event organisers — live dashboards, an AI analyst, and a full email/SMS campaign engine, all powered by the same governed data. Insight → action → results, in your brand, on your phone.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394960"/>
            <a:ext cx="975360" cy="6400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11" name="Shape 8"/>
          <p:cNvSpPr/>
          <p:nvPr/>
        </p:nvSpPr>
        <p:spPr>
          <a:xfrm>
            <a:off x="1798320" y="5394960"/>
            <a:ext cx="97536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Shape 9"/>
          <p:cNvSpPr/>
          <p:nvPr/>
        </p:nvSpPr>
        <p:spPr>
          <a:xfrm>
            <a:off x="2773680" y="5394960"/>
            <a:ext cx="97536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deck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problem: five tools, zero loop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event teams work today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The Experience OS by Howler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4630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The BI tool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0574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you the problem, then leaves. Acting on it means exporting a CSV and switching apps.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14630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 The email tool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0574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Audiences go stale the moment you upload them. No connection to live ticket sales.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03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The WhatsApp threads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Approvals, settlements and "did you see this?" scattered and lost across chats.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5661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703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🌙  Event night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41605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find out about the problem when the queue does — or the morning after.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3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tool sees a slice. Nobody sees the loop — and the data never learns.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is one loop that never stops turning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→ action → results → improvement, on repeat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The Experience OS by Howler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2148840" cy="301752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20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" y="2514600"/>
            <a:ext cx="1929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data lands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306324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Ticketing, cashless and GA4 flow in continuously. No exports, no spreadsheets.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97480" y="1737360"/>
            <a:ext cx="2148840" cy="301752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1920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🦉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807208" y="2514600"/>
            <a:ext cx="1929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Owl reads 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34640" y="306324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briefings and digests tell you what changed — and what to do about 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0" y="1737360"/>
            <a:ext cx="2148840" cy="301752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920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138928" y="2514600"/>
            <a:ext cx="1929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act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166360" y="306324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a suggestion into a branded email/SMS campaign to the exact segment, in a click.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60920" y="1737360"/>
            <a:ext cx="2148840" cy="301752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1920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470648" y="2514600"/>
            <a:ext cx="1929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come back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498080" y="306324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Opens, clicks, conversions and revenue tracked per recipient, straight into your dashboards.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692640" y="1737360"/>
            <a:ext cx="2148840" cy="301752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0" y="1920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🔁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802368" y="2514600"/>
            <a:ext cx="1929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loop tightens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829800" y="306324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shape the next briefing and the next suggested action. Every cycle is sharper.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97280" y="521208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D2B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“It’s not dashboards and email and reports — it’s one living loop. The longer you use Pulse, the better it gets.”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👁  SEE — dashboards &amp; AI insight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 what’s happening, without digging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The Experience OS by Howler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dashboards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KPIs, tables and charts on your real ticketing &amp; GA4 data, with drill-through. Mobile-first, installable as an app.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Per-tile AI insight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tap any tile and the Owl explains the numbers in plain English, grounded in that data.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Personalised AI briefing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land on a summary of what matters right now, tailored to what you follow and view.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Goals with pace &amp; forecast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 North Star target on every screen: ahead / on-track / behind vs last event’s real sell-curve, with a projected landing.</a:t>
            </a:r>
            <a:endParaRPr lang="en-US" sz="1200" dirty="0"/>
          </a:p>
        </p:txBody>
      </p:sp>
      <p:pic>
        <p:nvPicPr>
          <p:cNvPr id="15" name="Image 0" descr="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417320"/>
            <a:ext cx="5577840" cy="15727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172200" y="30175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dashboard with the Owl one tap away — every number explained.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172200" y="347472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digests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role-specific email briefings (exec / marketing / finance / ops) on your cadence, with charts rendered in the email.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72200" y="438912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any insight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hand a finding to email, WhatsApp or Slack in one tap, with a link back to the view.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5394960"/>
            <a:ext cx="11338560" cy="777240"/>
          </a:xfrm>
          <a:prstGeom prst="roundRect">
            <a:avLst>
              <a:gd name="adj" fmla="val 11765"/>
            </a:avLst>
          </a:prstGeom>
          <a:solidFill>
            <a:srgbClr val="F6F1FF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539496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“Your data, read for you — open the app and you already know what changed and what to do.”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🦉  ASK — your AI Data Analyst, everywhere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plain-language answers, only ever from your own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The Experience OS by Howler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the Owl in-app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“what’s on sale right now?”, “how does this compare to last year?” — conversational answers, scoped to your data.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Owl on WhatsApp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message it from your own WhatsApp: answers, charts as images, tappable follow-ups, daily updates — even draft a campaign by reply button.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your Google Drive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share budgets, marketing plans or sponsor decks; the Owl answers from them alongside live sales data.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514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action by chat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the Owl doesn’t just answer: it can set up an alert, save a segment or draft a campaign straight from the conversation, with a confirm step before anything is created.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11338560" cy="1463040"/>
          </a:xfrm>
          <a:prstGeom prst="roundRect">
            <a:avLst>
              <a:gd name="adj" fmla="val 6250"/>
            </a:avLst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8D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Grounded, always: the Owl quotes your data — it never invents. And it answers only your own events; the scope gate is enforced server-side and cannot be bypassed.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571500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“Ask your data anything, in plain language — your own analyst, in your pocket.”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brain. Every channel.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Owl at the centre — the doors your team already uses around 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The Experience OS by Howler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31920" y="2468880"/>
            <a:ext cx="2157984" cy="1143000"/>
          </a:xfrm>
          <a:prstGeom prst="line">
            <a:avLst/>
          </a:prstGeom>
          <a:noFill/>
          <a:ln w="19050">
            <a:solidFill>
              <a:srgbClr val="D6CDF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 flipV="1">
            <a:off x="3931920" y="3611880"/>
            <a:ext cx="2157984" cy="1234440"/>
          </a:xfrm>
          <a:prstGeom prst="line">
            <a:avLst/>
          </a:prstGeom>
          <a:noFill/>
          <a:ln w="19050">
            <a:solidFill>
              <a:srgbClr val="D6CDF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089904" y="2468880"/>
            <a:ext cx="2167128" cy="1143000"/>
          </a:xfrm>
          <a:prstGeom prst="line">
            <a:avLst/>
          </a:prstGeom>
          <a:noFill/>
          <a:ln w="19050">
            <a:solidFill>
              <a:srgbClr val="D6CDF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 flipV="1">
            <a:off x="6089904" y="3611880"/>
            <a:ext cx="2167128" cy="1234440"/>
          </a:xfrm>
          <a:prstGeom prst="line">
            <a:avLst/>
          </a:prstGeom>
          <a:noFill/>
          <a:ln w="19050">
            <a:solidFill>
              <a:srgbClr val="D6CDF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57200" y="160020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16916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The Howler Pulse app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" y="2103120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Installs like a native app; pushes a nudge even when closed — tap it and you’re in the right place to act.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06908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WhatsApp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" y="4480560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the Owl like a colleague: answers, charts as images, daily updates, event-night reports.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57032" y="160020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21624" y="16916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ChatGPT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21624" y="2103120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Pulse to ChatGPT (incl. Deep Research) and ask about your events from the tool you already have open.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57032" y="397764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21624" y="406908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✳️ Claude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21624" y="4480560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connector plugs your event data into Claude — read-only, per-client keys you control.</a:t>
            </a:r>
            <a:endParaRPr lang="en-US" sz="1050" dirty="0"/>
          </a:p>
        </p:txBody>
      </p:sp>
      <p:pic>
        <p:nvPicPr>
          <p:cNvPr id="27" name="Image 0" descr="owl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2331720"/>
            <a:ext cx="2286000" cy="228600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4681728" y="4754880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/>
        </p:spPr>
      </p:sp>
      <p:sp>
        <p:nvSpPr>
          <p:cNvPr id="29" name="Text 26"/>
          <p:cNvSpPr/>
          <p:nvPr/>
        </p:nvSpPr>
        <p:spPr>
          <a:xfrm>
            <a:off x="4681728" y="475488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OWL</a:t>
            </a:r>
            <a:pPr algn="ctr" indent="0" marL="0">
              <a:buNone/>
            </a:pPr>
            <a:r>
              <a:rPr lang="en-US" sz="900" dirty="0">
                <a:solidFill>
                  <a:srgbClr val="B8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one brain · your data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5943600"/>
            <a:ext cx="11338560" cy="502920"/>
          </a:xfrm>
          <a:prstGeom prst="roundRect">
            <a:avLst>
              <a:gd name="adj" fmla="val 14545"/>
            </a:avLst>
          </a:prstGeom>
          <a:solidFill>
            <a:srgbClr val="1A1A2E"/>
          </a:solidFill>
          <a:ln/>
        </p:spPr>
      </p:sp>
      <p:sp>
        <p:nvSpPr>
          <p:cNvPr id="31" name="Text 28"/>
          <p:cNvSpPr/>
          <p:nvPr/>
        </p:nvSpPr>
        <p:spPr>
          <a:xfrm>
            <a:off x="731520" y="59436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8D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in the app, on WhatsApp, in ChatGPT or Claude — same Owl, same live data, same security boundary.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ACT — Engage, the campaign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seeing a cohort to reaching it, in one click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The Experience OS by Howler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segments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audiences from a dashboard tile, CSV or linked Google Sheet; union / intersect / exclude (abandoned carts minus already-called). Always current at send time.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&amp; SMS campaigns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AI-drafted copy, drag-and-drop block builder, AI-designed layouts &amp; banners, merge fields, promo codes, full open/click tracking.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Drip automations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abandoned-cart journeys that catch new abandoners in real time, stop when someone buys, and show a per-step conversion waterfall.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Owl auto-pilot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one tap turns an AI suggestion into a drafted campaign; it still rides the normal review + approval gates.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514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 &amp; consent built in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nothing sends without explicit approval; POPIA-aware consent enforced per channel; send caps stop costly mistakes.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3611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Ad-platform sync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push a segment to Meta or TikTok as a Custom Audience (hashed, privacy-safe), auto-synced daily; see spend &amp; ROAS next to ticket sales.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11338560" cy="914400"/>
          </a:xfrm>
          <a:prstGeom prst="roundRect">
            <a:avLst>
              <a:gd name="adj" fmla="val 10000"/>
            </a:avLst>
          </a:prstGeom>
          <a:solidFill>
            <a:srgbClr val="F6F1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983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“Personalised, on-brand email + SMS to a precise audience — approval gates and real tracking, all from the same data.”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marketer’s dream, on one platform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audiences · journeys · ad platforms · creative · attribution — one live, governed dataset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The Experience OS by Howler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📡 LIVE DATA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42032" y="14173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852928" y="1417320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FF385C"/>
          </a:solidFill>
          <a:ln/>
        </p:spPr>
      </p:sp>
      <p:sp>
        <p:nvSpPr>
          <p:cNvPr id="15" name="Text 13"/>
          <p:cNvSpPr/>
          <p:nvPr/>
        </p:nvSpPr>
        <p:spPr>
          <a:xfrm>
            <a:off x="2852928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AUDIENCES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48656" y="1417320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5248656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🗺 JOURNEYS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33488" y="14173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44384" y="1417320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7644384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📣 AD PLATFORMS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729216" y="14173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040112" y="1417320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10040112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REVENUE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23317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Audiences that never go stale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segments re-resolve live at send time; combine sources, subtract suppression lists, filter on any column.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337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journeys, simple setup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timed multi-step email/SMS drips; true real-time abandoned-cart; buyers auto-exit; a per-step conversion waterfall.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343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data → your ad accounts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push segments to Meta/TikTok as Custom Audiences (hashed, mirrored daily); see spend, CPC and ROAS next to ticket sales.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23317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 creative studio inside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the Owl drafts copy, designs whole themed email layouts and draws on-brand banners; any campaign in any language.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337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you can defend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per-recipient opens, clicks and tracked purchases; UTMs everywhere; unique-per-person promo codes tie a sale to a send.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4343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Guardrails a CMO will love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approval gates, POPIA-aware consent, one-click unsubscribe, audience &amp; SMS send caps.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5440680"/>
            <a:ext cx="11338560" cy="822960"/>
          </a:xfrm>
          <a:prstGeom prst="roundRect">
            <a:avLst>
              <a:gd name="adj" fmla="val 11111"/>
            </a:avLst>
          </a:prstGeom>
          <a:solidFill>
            <a:srgbClr val="F6F1FF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440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“From seeing a cohort to a live journey, an ad audience and tracked revenue — without exporting a single CSV.”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🎪  RUN — Event Ops, your operations command centre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gates, the bars, the devices, the data itself — one live board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The Experience OS by Howler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live site map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your venue’s own plan with every station pinned: heat shows where the crowd is spending right now; a dark station is flagged the moment its data stops.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395728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Hotspots &amp; the heat map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station activity through the day in time blocks: watch the crowd move, spot the overloaded station and the dead one, staff accordingly.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419856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device tracked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scan to move between store and stations; append-only audit trail; every device accounted for at event close.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315968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Connectivity &amp; data health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stream watch per station and a roster of exactly which units are offline and for how long. Know a scanner died before the queue does.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5340096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Diagnose · live updates · alerts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one-tap AI verdicts per station, a multi-metric mini report every 15–120 min while doors are open, and threshold alerts on any number.</a:t>
            </a:r>
            <a:endParaRPr lang="en-US" sz="1200" dirty="0"/>
          </a:p>
        </p:txBody>
      </p:sp>
      <p:pic>
        <p:nvPicPr>
          <p:cNvPr id="16" name="Image 0" descr="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463040"/>
            <a:ext cx="5577840" cy="20391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172200" y="35661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Flow board’s live site map — stations, heat and a dark station, on your own venue plan.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72200" y="416052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F0FBF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0" y="429768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i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“You’ll know a hotspot is forming, or a scanner has died, before anyone on the ground has to tell you.”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 OWN — white-label, security &amp; openness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brand, your accounts, your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The Experience OS by Howler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white-label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your logo, colours and sender name everywhere; emails from your own domain once verified; even a vanity login page that feels like your product.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language &amp; currency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AI insights, briefings, digests and campaign copy in your reporting currency and your choice of language.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by design (API + AI agents)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read-only, per-client API keys; point Claude or ChatGPT at your data via MCP. Your data is never locked in.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Watertight data scoping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every query is force-filtered to your events server-side; it cannot be bypassed and fails closed. One client can never see another’s data.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514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POPIA-minded by design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per-channel consent, one-click unsubscribe, hashed identities for ad sync, no cross-client data pooling.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3611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Self-service, with backup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manage everything yourself in Settings, or your Howler team does it for you. Your named contacts are one tap away.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11338560" cy="914400"/>
          </a:xfrm>
          <a:prstGeom prst="roundRect">
            <a:avLst>
              <a:gd name="adj" fmla="val 10000"/>
            </a:avLst>
          </a:prstGeom>
          <a:solidFill>
            <a:srgbClr val="F6F1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983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D2B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“It’s their brand, their accounts, their data — Howler just powers it.”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Pulse — and not another tool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honest comparison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The Experience OS by Howler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3385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343400"/>
                <a:gridCol w="43434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B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If you’re using…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B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gap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B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Pulse changes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Looker / Tableau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see the problem, then export a CSV and switch tools to act on it.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See it and act on it in the same governed place — campaign, approval, result.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Mailchimp / Klaviyo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Audiences go stale the moment you upload them.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Audiences built from live ticketing data that re-resolve at send time.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Email + WhatsApp threads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Approvals, settlements and “did you see this?” get lost.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inbox with read/ack trails; settlements that file themselves.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Gut feel on event night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find out about problems when the queue does.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55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Alerts + live mini-reports every 30 minutes, on your phone.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C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1463040"/>
            <a:ext cx="11338560" cy="457200"/>
          </a:xfrm>
          <a:prstGeom prst="rect">
            <a:avLst/>
          </a:prstGeom>
          <a:solidFill>
            <a:srgbClr val="F6F1FF">
              <a:alpha val="6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56235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3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isn’t another tool on the pile — it replaces the pile with a loop.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Howler One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experience, one dataset, one partner — Pulse is the brain of the whole thing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The Experience OS by Howler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716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4630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🎟 Ticketing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193852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sales, tiers &amp; releases, access control and scanning — every buyer and every entry, captured from minute one.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36192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337560" y="13716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4630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Cashless Payments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74720" y="193852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Tap-to-pay across bars and vendors: faster queues, higher spend, zero cash risk — every transaction is live data.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16552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4630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SuperApp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55080" y="193852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fan’s companion: tickets, top-ups, line-ups and offers in one place — an ownable channel to every attendee.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296912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098280" y="13716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14630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🍾 VIP Table Management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235440" y="193852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inventory, bookings and minimum spends, hosted service — your highest-value guests, managed and measured.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177272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57200" y="3611880"/>
            <a:ext cx="11338560" cy="1143000"/>
          </a:xfrm>
          <a:prstGeom prst="roundRect">
            <a:avLst>
              <a:gd name="adj" fmla="val 9600"/>
            </a:avLst>
          </a:prstGeom>
          <a:solidFill>
            <a:srgbClr val="1A1A2E"/>
          </a:solidFill>
          <a:ln/>
        </p:spPr>
      </p:sp>
      <p:pic>
        <p:nvPicPr>
          <p:cNvPr id="28" name="Image 0" descr="owl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794760"/>
            <a:ext cx="777240" cy="7772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691640" y="3703320"/>
            <a:ext cx="9875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— the brain of the stack.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D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ticket scanned, every tap at a bar, every SuperApp session and every VIP booking flows into one governed dataset — where the Owl reads it, your team acts on it, and the results come back measured.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57200" y="4864608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D2B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STACK  ·  ONE DATASET  ·  ONE BRAND EXPERIENCE  ·  ONE PARTNER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57200" y="5349240"/>
            <a:ext cx="3657600" cy="1234440"/>
          </a:xfrm>
          <a:prstGeom prst="roundRect">
            <a:avLst>
              <a:gd name="adj" fmla="val 7407"/>
            </a:avLst>
          </a:prstGeom>
          <a:solidFill>
            <a:srgbClr val="FF385C"/>
          </a:solidFill>
          <a:ln/>
        </p:spPr>
      </p:sp>
      <p:sp>
        <p:nvSpPr>
          <p:cNvPr id="32" name="Text 29"/>
          <p:cNvSpPr/>
          <p:nvPr/>
        </p:nvSpPr>
        <p:spPr>
          <a:xfrm>
            <a:off x="594360" y="5413248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together: The bar
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>
                    <a:alpha val="94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Cashless spots the Main Bar spiking; the heat map shows the hotspot; the Owl suggests moving two devices — while the night is young.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297680" y="5349240"/>
            <a:ext cx="3657600" cy="1234440"/>
          </a:xfrm>
          <a:prstGeom prst="roundRect">
            <a:avLst>
              <a:gd name="adj" fmla="val 7407"/>
            </a:avLst>
          </a:prstGeom>
          <a:solidFill>
            <a:srgbClr val="FF6B35"/>
          </a:solidFill>
          <a:ln/>
        </p:spPr>
      </p:sp>
      <p:sp>
        <p:nvSpPr>
          <p:cNvPr id="34" name="Text 31"/>
          <p:cNvSpPr/>
          <p:nvPr/>
        </p:nvSpPr>
        <p:spPr>
          <a:xfrm>
            <a:off x="4434840" y="5413248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together: The fan
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>
                    <a:alpha val="94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+ top-ups + bar spend stitched into one picture — your next campaign targets big spenders who haven’t rebought yet.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138160" y="5349240"/>
            <a:ext cx="3657600" cy="1234440"/>
          </a:xfrm>
          <a:prstGeom prst="roundRect">
            <a:avLst>
              <a:gd name="adj" fmla="val 7407"/>
            </a:avLst>
          </a:prstGeom>
          <a:solidFill>
            <a:srgbClr val="7C3AED"/>
          </a:solidFill>
          <a:ln/>
        </p:spPr>
      </p:sp>
      <p:sp>
        <p:nvSpPr>
          <p:cNvPr id="36" name="Text 33"/>
          <p:cNvSpPr/>
          <p:nvPr/>
        </p:nvSpPr>
        <p:spPr>
          <a:xfrm>
            <a:off x="8275320" y="5413248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together: The VIP
</a:t>
            </a:r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>
                    <a:alpha val="94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knows who your table guests are, what they spent and when they went quiet — next season’s invitation writes itself.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2984" cy="10972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Shape 1"/>
          <p:cNvSpPr/>
          <p:nvPr/>
        </p:nvSpPr>
        <p:spPr>
          <a:xfrm>
            <a:off x="4062984" y="0"/>
            <a:ext cx="4062984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8125968" y="0"/>
            <a:ext cx="4062984" cy="109728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5" name="Image 0" descr="how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777240" cy="7772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pitch, in one line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D8D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what’s happening, act on it, and prove the results — on your phone, in your brand, without exporting to five tools.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→ action → results → improvement, on a loop, in one governed place.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4480560"/>
            <a:ext cx="5120640" cy="685800"/>
          </a:xfrm>
          <a:prstGeom prst="roundRect">
            <a:avLst>
              <a:gd name="adj" fmla="val 49333"/>
            </a:avLst>
          </a:prstGeom>
          <a:solidFill>
            <a:srgbClr val="FF385C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4805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your Howler AM for a live demo  →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2026-07-09T18:50:18Z</dcterms:created>
  <dcterms:modified xsi:type="dcterms:W3CDTF">2026-07-09T18:50:18Z</dcterms:modified>
</cp:coreProperties>
</file>