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 PRESENTS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173736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8000" b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822960" y="31546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event’s data, finally working for you.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4114800"/>
            <a:ext cx="98755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9A5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Experience OS for event organisers — live dashboards, an AI analyst, and a full email/SMS campaign engine, all powered by the same governed data. Insight → action → results, in your brand, on your phone.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5394960"/>
            <a:ext cx="975360" cy="6400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10" name="Shape 8"/>
          <p:cNvSpPr/>
          <p:nvPr/>
        </p:nvSpPr>
        <p:spPr>
          <a:xfrm>
            <a:off x="1798320" y="5394960"/>
            <a:ext cx="975360" cy="6400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Shape 9"/>
          <p:cNvSpPr/>
          <p:nvPr/>
        </p:nvSpPr>
        <p:spPr>
          <a:xfrm>
            <a:off x="2773680" y="5394960"/>
            <a:ext cx="975360" cy="640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943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Sales deck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problem: five tools, zero loop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event teams work today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The BI tool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you the problem, then leaves. Acting on it means exporting a CSV and switching apps.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146304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60020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📧  The email tool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0" y="205740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Audiences go stale the moment you upload them. No connection to live ticket sales.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The WhatsApp threads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Approvals, settlements and "did you see this?" scattered and lost across chats.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72200" y="3566160"/>
            <a:ext cx="5394960" cy="1828800"/>
          </a:xfrm>
          <a:prstGeom prst="roundRect">
            <a:avLst>
              <a:gd name="adj" fmla="val 6000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703320"/>
            <a:ext cx="4937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🌙  Event night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160520"/>
            <a:ext cx="4937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find out about the problem when the queue does — or the morning after.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5715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tool sees a slice. Nobody sees the loop — and the data never learns.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 one loop that never stops turning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repeat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data lands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0292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Ticketing, cashless and GA4 flow in continuously. No exports, no spreadsheets.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69748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7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280720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reads it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83464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briefings and digests tell you what changed — and what to do about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13892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act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16636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 suggestion into a branded email/SMS campaign to the exact segment, in a click.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6092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0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747064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come back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749808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Opens, clicks, conversions and revenue tracked per recipient, straight into your dashboards.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92640" y="1737360"/>
            <a:ext cx="2148840" cy="3017520"/>
          </a:xfrm>
          <a:prstGeom prst="roundRect">
            <a:avLst>
              <a:gd name="adj" fmla="val 5106"/>
            </a:avLst>
          </a:prstGeom>
          <a:solidFill>
            <a:srgbClr val="FBFAFF"/>
          </a:solidFill>
          <a:ln w="12700">
            <a:solidFill>
              <a:srgbClr val="ECE9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926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🔁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802368" y="2514600"/>
            <a:ext cx="192938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loop tightens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9829800" y="3063240"/>
            <a:ext cx="1874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Results shape the next briefing and the next suggested action. Every cycle is sharper.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9966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not dashboards and email and reports — it’s one living loop. The longer you use Pulse, the better it gets.”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👁  SEE — dashboards &amp; AI insight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what’s happening, without digging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dashboards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KPIs, tables and charts on your real ticketing &amp; GA4 data, with drill-through. Mobile-first, installable as an app.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423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Per-tile AI insight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tap any tile and the Owl explains the numbers in plain English, grounded in that data.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Personalised AI briefing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land on a summary of what matters right now, tailored to what you follow and view.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digests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role-specific email briefings (exec / marketing / finance / ops) on your cadence, with charts rendered in the email.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4231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any insight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hand a finding to email, WhatsApp or Slack in one tap, with a link back to the view.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4290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with pace &amp; forecast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 North Star target on every screen: ahead / on-track / behind vs last event’s real sell-curve, with a projected landing.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“Your data, read for you — open the app and you already know what changed and what to do.”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🦉  ASK — your AI Data Analyst, everywhere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plain-language answers, only ever from your own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the Owl in-app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“what’s on sale right now?”, “how does this compare to last year?” — conversational answers, scoped to your data.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Owl on WhatsApp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message it from your own WhatsApp: answers, charts as images, tappable follow-ups, daily updates — even draft a campaign by reply button.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your Google Drive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[NEEDS SETUP]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share budgets, marketing plans or sponsor decks; the Owl answers from them alongside live sales data.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Fan Owl on your website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 booking guide on your public event site: answers FAQs from your knowledge base, recommends the right ticket, links to your checkout, captures opted-in fans.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338560" cy="1463040"/>
          </a:xfrm>
          <a:prstGeom prst="roundRect">
            <a:avLst>
              <a:gd name="adj" fmla="val 6250"/>
            </a:avLst>
          </a:prstGeom>
          <a:solidFill>
            <a:srgbClr val="1A1A2E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16052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Grounded, always: the Owl quotes your data — it never invents. And it answers only your own events; the scope gate is enforced server-side and cannot be bypassed.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“Ask your data anything, in plain language — your own analyst, in your pocket.”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 ACT — Engage, the campaign engine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seeing a cohort to reaching it, in one click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segments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audiences from a dashboard tile, CSV or linked Google Sheet; union / intersect / exclude (abandoned carts minus already-called). Always current at send time.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&amp; SMS campaigns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AI-drafted copy, drag-and-drop block builder, AI-designed layouts &amp; banners, merge fields, promo codes, full open/click tracking.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Drip automations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abandoned-cart journeys that catch new abandoners in real time, stop when someone buys, and show a per-step conversion waterfall.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Owl auto-pilot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one tap turns an AI suggestion into a drafted campaign; it still rides the normal review + approval gates.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Approvals &amp; consent built in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nothing sends without explicit approval; POPIA-aware consent enforced per channel; send caps stop costly mistakes.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Ad-platform sync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[NEEDS CONNECTION]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push a segment to Meta or TikTok as a Custom Audience (hashed, privacy-safe), auto-synced daily; see spend &amp; ROAS next to ticket sales.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“Personalised, on-brand email + SMS to a precise audience — approval gates and real tracking, all from the same data.”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🎪  RUN — event day &amp; operations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control room, in your pocket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“tell me when VIP drops below 100”: Pulse watches the number and pings you via push, email or SMS the moment it crosses. Cooldowns and quiet hours — no spam.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updates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while the event runs: a compact multi-metric report every 15–120 min — gates pace, bar revenue, top vendors, device health, % of last year — to inbox, push, SMS and WhatsApp.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7947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 inbox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 two-way client↔Howler inbox with read/acknowledge trails. Approvals stop living in scattered WhatsApps.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Settlements that file themselves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settlement PDFs become clean interactive statements; CC the Owl on the email and it checks the totals and publishes automatically.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6060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Ops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track every scanner, payment device and station live: scan to move, log issues, full audit trail. Every device accounted for at event close.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79476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health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know a scanner has stopped sending data before the queue does, with an AI diagnostics report you can forward to the network provider.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3949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6B6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“On event night, Pulse becomes your control room in your pocket — a mini report every half hour.”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🔒  OWN — white-label, security &amp; openness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brand, your accounts, your data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Fully white-label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your logo, colours and sender name everywhere; emails from your own domain once verified; even a vanity login page that feels like your product.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language &amp; currency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AI insights, briefings, digests and campaign copy in your reporting currency and your choice of language.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by design (API + AI agents)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[BETA]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read-only, per-client API keys; point Claude or ChatGPT at your data via MCP. Your data is never locked in.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30936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Watertight data scoping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every query is force-filtered to your events server-side; it cannot be bypassed and fails closed. One client can never see another’s data.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09360" y="251460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POPIA-minded by design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per-channel consent, one-click unsubscribe, hashed identities for ad sync, no cross-client data pooling.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09360" y="36118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A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Self-service, with backup  </a:t>
            </a:r>
            <a:pPr indent="0" marL="0">
              <a:lnSpc>
                <a:spcPts val="1600"/>
              </a:lnSpc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[LIVE]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556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 manage everything yourself in Settings, or your Howler team does it for you. Your named contacts are one tap away.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892040"/>
            <a:ext cx="11338560" cy="914400"/>
          </a:xfrm>
          <a:prstGeom prst="roundRect">
            <a:avLst>
              <a:gd name="adj" fmla="val 10000"/>
            </a:avLst>
          </a:prstGeom>
          <a:solidFill>
            <a:srgbClr val="F6F1FF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83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D2B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“It’s their brand, their accounts, their data — Howler just powers it.”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73152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Pulse — and not another tool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" y="5669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>
                    <a:alpha val="88000"/>
                  </a:srgbClr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honest comparison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1051560"/>
            <a:ext cx="4062984" cy="4114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6" name="Shape 4"/>
          <p:cNvSpPr/>
          <p:nvPr/>
        </p:nvSpPr>
        <p:spPr>
          <a:xfrm>
            <a:off x="4062984" y="1051560"/>
            <a:ext cx="4062984" cy="411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Shape 5"/>
          <p:cNvSpPr/>
          <p:nvPr/>
        </p:nvSpPr>
        <p:spPr>
          <a:xfrm>
            <a:off x="8125968" y="1051560"/>
            <a:ext cx="4062984" cy="411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</a:t>
            </a:r>
            <a:pPr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The Experience OS by Howler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7A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343400"/>
                <a:gridCol w="4343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If you’re using…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gap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D2B55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What Pulse changes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Looker / Tableau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see the problem, then export a CSV and switch tools to act on it.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See it and act on it in the same governed place — campaign, approval, result.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Mailchimp / Klaviyo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go stale the moment you upload them.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Audiences built from live ticketing data that re-resolve at send time.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Email + WhatsApp threads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Approvals, settlements and “did you see this?” get lost.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 inbox with read/ack trails; settlements that file themselves.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Gut feel on event night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find out about problems when the queue does.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5556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Alerts + live mini-reports every 30 minutes, on your phone.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FEC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457200" y="1463040"/>
            <a:ext cx="11338560" cy="457200"/>
          </a:xfrm>
          <a:prstGeom prst="rect">
            <a:avLst/>
          </a:prstGeom>
          <a:solidFill>
            <a:srgbClr val="F6F1FF">
              <a:alpha val="60000"/>
            </a:srgbClr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5623560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38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Pulse isn’t another tool on the pile — it replaces the pile with a loop.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109728"/>
          </a:xfrm>
          <a:prstGeom prst="rect">
            <a:avLst/>
          </a:prstGeom>
          <a:solidFill>
            <a:srgbClr val="FF385C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10972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pitch, in one line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D8D4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what’s happening, act on it, and prove the results — on your phone, in your brand, without exporting to five tools.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38328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3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Insight → action → results → improvement, on a loop, in one governed place.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4480560"/>
            <a:ext cx="5120640" cy="685800"/>
          </a:xfrm>
          <a:prstGeom prst="roundRect">
            <a:avLst>
              <a:gd name="adj" fmla="val 49333"/>
            </a:avLst>
          </a:prstGeom>
          <a:solidFill>
            <a:srgbClr val="FF385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your Howler AM for a live demo  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5760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A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howler-pulse-v2.onrender.com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2026-07-09T13:29:25Z</dcterms:created>
  <dcterms:modified xsi:type="dcterms:W3CDTF">2026-07-09T13:29:25Z</dcterms:modified>
</cp:coreProperties>
</file>