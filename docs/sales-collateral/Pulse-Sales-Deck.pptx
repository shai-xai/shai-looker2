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 PRESENTS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" y="173736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8000" b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event’s data, finally working for you.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411480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9A5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Experience OS for event organisers — live dashboards, an AI analyst, and a full email/SMS campaign engine, all powered by the same governed data. Insight → action → results, in your brand, on your phone.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5394960"/>
            <a:ext cx="975360" cy="6400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10" name="Shape 8"/>
          <p:cNvSpPr/>
          <p:nvPr/>
        </p:nvSpPr>
        <p:spPr>
          <a:xfrm>
            <a:off x="1798320" y="5394960"/>
            <a:ext cx="975360" cy="6400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1" name="Shape 9"/>
          <p:cNvSpPr/>
          <p:nvPr/>
        </p:nvSpPr>
        <p:spPr>
          <a:xfrm>
            <a:off x="2773680" y="5394960"/>
            <a:ext cx="97536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943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Sales deck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problem: five tools, zero loop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event teams work today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 The BI tool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you the problem, then leaves. Acting on it means exporting a CSV and switching apps.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📧  The email tool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go stale the moment you upload them. No connection to live ticket sales.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The WhatsApp threads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Approvals, settlements and "did you see this?" scattered and lost across chats.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🌙  Event night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find out about the problem when the queue does — or the morning after.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tool sees a slice. Nobody sees the loop — and the data never learns.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 one loop that never stops turning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repeat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data lands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Ticketing, cashless and GA4 flow in continuously. No exports, no spreadsheets.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9748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748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80720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reads it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83464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briefings and digests tell you what changed — and what to do about it.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3892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act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16636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a suggestion into a branded email/SMS campaign to the exact segment, in a click.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6092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47064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come back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49808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Opens, clicks, conversions and revenue tracked per recipient, straight into your dashboards.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69264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9264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🔁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980236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loop tightens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82980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shape the next briefing and the next suggested action. Every cycle is sharper.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097280" y="521208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not dashboards and email and reports — it’s one living loop. The longer you use Pulse, the better it gets.”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👁  SEE — dashboards &amp; AI insight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 what’s happening, without digging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dashboards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KPIs, tables and charts on your real ticketing &amp; GA4 data, with drill-through. Mobile-first, installable as an app.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4231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Per-tile AI insight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tap any tile and the Owl explains the numbers in plain English, grounded in that data.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Personalised AI briefing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land on a summary of what matters right now, tailored to what you follow and view.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digests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role-specific email briefings (exec / marketing / finance / ops) on your cadence, with charts rendered in the email.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4231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any insight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hand a finding to email, WhatsApp or Slack in one tap, with a link back to the view.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4290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Goals with pace &amp; forecast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 North Star target on every screen: ahead / on-track / behind vs last event’s real sell-curve, with a projected landing.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“Your data, read for you — open the app and you already know what changed and what to do.”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  ASK — your AI Data Analyst, everywhere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plain-language answers, only ever from your own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the Owl in-app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“what’s on sale right now?”, “how does this compare to last year?” — conversational answers, scoped to your data.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on WhatsApp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message it from your own WhatsApp: answers, charts as images, tappable follow-ups, daily updates — even draft a campaign by reply button.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your Google Drive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share budgets, marketing plans or sponsor decks; the Owl answers from them alongside live sales data.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Fan Owl on your website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 booking guide on your public event site: answers FAQs from your knowledge base, recommends the right ticket, links to your checkout, captures opted-in fans.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338560" cy="1463040"/>
          </a:xfrm>
          <a:prstGeom prst="roundRect">
            <a:avLst>
              <a:gd name="adj" fmla="val 6250"/>
            </a:avLst>
          </a:prstGeom>
          <a:solidFill>
            <a:srgbClr val="1A1A2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6052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Grounded, always: the Owl quotes your data — it never invents. And it answers only your own events; the scope gate is enforced server-side and cannot be bypassed.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571500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“Ask your data anything, in plain language — your own analyst, in your pocket.”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brain. Every channel.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governed data and the same Owl, wherever your team already lives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5544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The Pulse app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1938528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Installs like a native app; push notifications reach you even when it’s closed.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7560" y="1463040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5544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WhatsApp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1938528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 to the Owl: answers, charts as images, daily updates, event-night reports.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1463040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15544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 ChatGPT &amp; Claude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1938528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about your events from the AI tools you already use, via the Pulse connector.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098280" y="1463040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35440" y="15544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✉️ Email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235440" y="1938528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Role-based digests, branded campaigns from your own domain, CC-the-Owl filing.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52044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📲 SMS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94360" y="3904488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Campaigns, urgent alerts and event-night reports — for moments that can’t wait.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37560" y="3429000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0" y="352044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💼 Slack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474720" y="3904488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Mirror notifications into your channel; share any insight in one tap.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3429000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Your website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355080" y="3904488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Fan Owl widget guides fans to the right ticket on every page of your site.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98280" y="3429000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35440" y="352044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🎫 Howler portal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35440" y="3904488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embedded in the organizer portal you already use every day.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5486400"/>
            <a:ext cx="11338560" cy="777240"/>
          </a:xfrm>
          <a:prstGeom prst="roundRect">
            <a:avLst>
              <a:gd name="adj" fmla="val 11765"/>
            </a:avLst>
          </a:prstGeom>
          <a:solidFill>
            <a:srgbClr val="1A1A2E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548640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Nobody has to change how they work — Pulse comes to them. Same data, same security boundary, every surface.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 ACT — Engage, the campaign engine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seeing a cohort to reaching it, in one click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segments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audiences from a dashboard tile, CSV or linked Google Sheet; union / intersect / exclude (abandoned carts minus already-called). Always current at send time.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&amp; SMS campaigns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AI-drafted copy, drag-and-drop block builder, AI-designed layouts &amp; banners, merge fields, promo codes, full open/click tracking.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Drip automations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abandoned-cart journeys that catch new abandoners in real time, stop when someone buys, and show a per-step conversion waterfall.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Owl auto-pilot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one tap turns an AI suggestion into a drafted campaign; it still rides the normal review + approval gates.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 &amp; consent built in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nothing sends without explicit approval; POPIA-aware consent enforced per channel; send caps stop costly mistakes.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Ad-platform sync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push a segment to Meta or TikTok as a Custom Audience (hashed, privacy-safe), auto-synced daily; see spend &amp; ROAS next to ticket sales.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“Personalised, on-brand email + SMS to a precise audience — approval gates and real tracking, all from the same data.”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marketer’s dream, on one platform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· journeys · ad platforms · creative · attribution — one live, governed dataset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1A1A2E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 LIVE 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42032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852928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FF385C"/>
          </a:solidFill>
          <a:ln/>
        </p:spPr>
      </p:sp>
      <p:sp>
        <p:nvSpPr>
          <p:cNvPr id="15" name="Text 13"/>
          <p:cNvSpPr/>
          <p:nvPr/>
        </p:nvSpPr>
        <p:spPr>
          <a:xfrm>
            <a:off x="2852928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AUDIENCES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937760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48656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5248656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🗺 JOURNEYS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333488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644384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7644384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📣 AD PLATFORMS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29216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040112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059669"/>
          </a:solidFill>
          <a:ln/>
        </p:spPr>
      </p:sp>
      <p:sp>
        <p:nvSpPr>
          <p:cNvPr id="24" name="Text 22"/>
          <p:cNvSpPr/>
          <p:nvPr/>
        </p:nvSpPr>
        <p:spPr>
          <a:xfrm>
            <a:off x="10040112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💰 REVENUE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2331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that never go stale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segments re-resolve live at send time; combine sources, subtract suppression lists, filter on any column.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3375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Complex journeys, simple setup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timed multi-step email/SMS drips; true real-time abandoned-cart; buyers auto-exit; a per-step conversion waterfall.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343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data → your ad accounts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push segments to Meta/TikTok as Custom Audiences (hashed, mirrored daily); see spend, CPC and ROAS next to ticket sales.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09360" y="2331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AI creative studio inside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the Owl drafts copy, designs whole themed email layouts and draws on-brand banners; any campaign in any language.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33375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Attribution you can defend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per-recipient opens, clicks and tracked purchases; UTMs everywhere; unique-per-person promo codes tie a sale to a send.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09360" y="4343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Guardrails a CMO will love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approval gates, POPIA-aware consent, one-click unsubscribe, audience &amp; SMS send caps.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5440680"/>
            <a:ext cx="11338560" cy="822960"/>
          </a:xfrm>
          <a:prstGeom prst="roundRect">
            <a:avLst>
              <a:gd name="adj" fmla="val 11111"/>
            </a:avLst>
          </a:prstGeom>
          <a:solidFill>
            <a:srgbClr val="F6F1FF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5440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“From seeing a cohort to a live journey, an ad audience and tracked revenue — without exporting a single CSV.”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🎪  RUN — Event Ops, your operations command centre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gates, the bars, the devices, the data itself — one live board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live overview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device counts by state, per-station deployment, open issues and a live activity feed: the “where is everything right now” board.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Hotspots &amp; the heat map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every station’s activity through the day in time blocks: watch the crowd move, spot the overloaded station and the dead one, staff accordingly.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device tracked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scan to move between store and stations; append-only audit trail; every device accounted for at event close.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Connectivity &amp; data health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per-station stream watch and a device roster showing exactly which units are offline and for how long. Know a scanner died before the queue does.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Diagnose + event report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one-tap AI verdicts per station, and a post-event diagnostics report clean enough to forward to the network provider.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updates &amp; alerts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 multi-metric mini report every 15–120 min while doors are open (gates pace, bar revenue, top vendors, device health), plus threshold alerts on any number.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539496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“You’ll know a hotspot is forming, or a scanner has died, before anyone on the ground has to tell you.”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 OWN — white-label, security &amp; openness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brand, your accounts, your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Fully white-label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your logo, colours and sender name everywhere; emails from your own domain once verified; even a vanity login page that feels like your product.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language &amp; currency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AI insights, briefings, digests and campaign copy in your reporting currency and your choice of language.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by design (API + AI agents)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read-only, per-client API keys; point Claude or ChatGPT at your data via MCP. Your data is never locked in.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Watertight data scoping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every query is force-filtered to your events server-side; it cannot be bypassed and fails closed. One client can never see another’s data.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POPIA-minded by design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per-channel consent, one-click unsubscribe, hashed identities for ad sync, no cross-client data pooling.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Self-service, with backup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manage everything yourself in Settings, or your Howler team does it for you. Your named contacts are one tap away.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their brand, their accounts, their data — Howler just powers it.”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Pulse — and not another tool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honest comparison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343400"/>
                <a:gridCol w="434340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If you’re using…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gap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Pulse changes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Looker / Tableau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see the problem, then export a CSV and switch tools to act on it.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See it and act on it in the same governed place — campaign, approval, result.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Mailchimp / Klaviyo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go stale the moment you upload them.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built from live ticketing data that re-resolve at send time.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Email + WhatsApp threads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Approvals, settlements and “did you see this?” get lost.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inbox with read/ack trails; settlements that file themselves.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Gut feel on event night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find out about problems when the queue does.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Alerts + live mini-reports every 30 minutes, on your phone.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457200" y="1463040"/>
            <a:ext cx="11338560" cy="457200"/>
          </a:xfrm>
          <a:prstGeom prst="rect">
            <a:avLst/>
          </a:prstGeom>
          <a:solidFill>
            <a:srgbClr val="F6F1FF">
              <a:alpha val="60000"/>
            </a:srgbClr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562356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isn’t another tool on the pile — it replaces the pile with a loop.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pitch, in one line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what’s happening, act on it, and prove the results — on your phone, in your brand, without exporting to five tools.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a loop, in one governed place.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4480560"/>
            <a:ext cx="5120640" cy="685800"/>
          </a:xfrm>
          <a:prstGeom prst="roundRect">
            <a:avLst>
              <a:gd name="adj" fmla="val 49333"/>
            </a:avLst>
          </a:prstGeom>
          <a:solidFill>
            <a:srgbClr val="FF385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4805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your Howler AM for a live demo  →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5760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2026-07-09T14:03:14Z</dcterms:created>
  <dcterms:modified xsi:type="dcterms:W3CDTF">2026-07-09T14:03:15Z</dcterms:modified>
</cp:coreProperties>
</file>