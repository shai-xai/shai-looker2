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Experience OS for event organisers: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1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 deck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does,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loop,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changed,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reports,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·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8912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North Star target on every screen: ahead / on-track / behind vs last event’s real sell-curve, with a projected landing.</a:t>
            </a:r>
            <a:endParaRPr lang="en-US" sz="1200" dirty="0"/>
          </a:p>
        </p:txBody>
      </p:sp>
      <p:pic>
        <p:nvPicPr>
          <p:cNvPr id="15" name="Image 0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5727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172200" y="30175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with the Owl one tap away, every number explained.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172200" y="34747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72200" y="43891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a finding to email, WhatsApp or Slack in one tap, with a link back to the view.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5394960"/>
            <a:ext cx="11338560" cy="777240"/>
          </a:xfrm>
          <a:prstGeom prst="roundRect">
            <a:avLst>
              <a:gd name="adj" fmla="val 11765"/>
            </a:avLst>
          </a:prstGeom>
          <a:solidFill>
            <a:srgbClr val="F6F1FF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539496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you, open the app and you already know what changed and what to do.”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·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“what’s on sale right now?”, “how does this compare to last year?”,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it from your own WhatsApp: answers, charts as images, tappable follow-ups, daily updates,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action by chat: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doesn’t just answer: it can set up an alert, save a segment or draft a campaign straight from the conversation, with a confirm step before anything is created.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data,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language,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brain. Every channel.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at the centre, the doors your team already uses around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931920" y="2468880"/>
            <a:ext cx="2157984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3931920" y="3611880"/>
            <a:ext cx="2157984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089904" y="2468880"/>
            <a:ext cx="2167128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6089904" y="3611880"/>
            <a:ext cx="2167128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The Howler Pulse app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like a native app; pushes a nudge even when closed, tap it and you’re in the right place to act.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WhatsApp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the Owl like a colleague: answers, charts as images, daily updates, event-night reports.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57032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21624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ChatGPT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21624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Pulse to ChatGPT (incl. Deep Research) and ask about your events from the tool you already have open.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57032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21624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✳️ Claude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21624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connector plugs your event data into Claude, read-only, per-client keys you control.</a:t>
            </a:r>
            <a:endParaRPr lang="en-US" sz="1050" dirty="0"/>
          </a:p>
        </p:txBody>
      </p:sp>
      <p:pic>
        <p:nvPicPr>
          <p:cNvPr id="27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2331720"/>
            <a:ext cx="2286000" cy="228600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4681728" y="4754880"/>
            <a:ext cx="2834640" cy="402336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/>
        </p:spPr>
      </p:sp>
      <p:sp>
        <p:nvSpPr>
          <p:cNvPr id="29" name="Text 26"/>
          <p:cNvSpPr/>
          <p:nvPr/>
        </p:nvSpPr>
        <p:spPr>
          <a:xfrm>
            <a:off x="4681728" y="47548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</a:t>
            </a:r>
            <a:pPr algn="ctr" indent="0" marL="0">
              <a:buNone/>
            </a:pPr>
            <a:r>
              <a:rPr lang="en-US" sz="900" dirty="0">
                <a:solidFill>
                  <a:srgbClr val="B8B3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one brain · your data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5943600"/>
            <a:ext cx="11338560" cy="502920"/>
          </a:xfrm>
          <a:prstGeom prst="roundRect">
            <a:avLst>
              <a:gd name="adj" fmla="val 14545"/>
            </a:avLst>
          </a:prstGeom>
          <a:solidFill>
            <a:srgbClr val="1A1A2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5943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the app, on WhatsApp, in ChatGPT or Claude, same Owl, same live data, same security boundary.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·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audience,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marketer’s dream, on one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· journeys · ad platforms · creative · attribution, one live, governed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42032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52928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385C"/>
          </a:solidFill>
          <a:ln/>
        </p:spPr>
      </p:sp>
      <p:sp>
        <p:nvSpPr>
          <p:cNvPr id="15" name="Text 13"/>
          <p:cNvSpPr/>
          <p:nvPr/>
        </p:nvSpPr>
        <p:spPr>
          <a:xfrm>
            <a:off x="2852928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AUDIENCES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 JOURNEYS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33488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644384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644384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AD PLATFORMS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040112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10040112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REVENUE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that never go stale: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re-resolve live at send time; combine sources, subtract suppression lists, filter on any column.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journeys, simple setup: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timed multi-step email/SMS drips; true real-time abandoned-cart; buyers auto-exit; a per-step conversion waterfall.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→ your ad accounts: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segments to Meta/TikTok as Custom Audiences (hashed, mirrored daily); see spend, CPC and ROAS next to ticket sales.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creative studio inside: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drafts copy, designs whole themed email layouts and draws on-brand banners; any campaign in any language.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you can defend: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per-recipient opens, clicks and tracked purchases; UTMs everywhere; unique-per-person promo codes tie a sale to a send.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a CMO will love: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gates, POPIA-aware consent, one-click unsubscribe, audience &amp; SMS send caps.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11338560" cy="822960"/>
          </a:xfrm>
          <a:prstGeom prst="roundRect">
            <a:avLst>
              <a:gd name="adj" fmla="val 11111"/>
            </a:avLst>
          </a:prstGeom>
          <a:solidFill>
            <a:srgbClr val="F6F1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“From seeing a cohort to a live journey, an ad audience and tracked revenue, without exporting a single CSV.”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· Event Ops, your operations command centre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gates, the bars, the devices, the data itself, one live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venue’s own plan with every station pinned: heat shows where the crowd is spending right now; a dark station is flagged the moment its data stops.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Hotspots &amp; the heat map: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station activity through the day in time blocks: watch the crowd move, spot the overloaded station and the dead one, staff accordingly.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device tracked: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move between store and stations; append-only audit trail; every device accounted for at event close.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159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&amp; data health: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 watch per station and a roster of exactly which units are offline and for how long. Know a scanner died before the queue does.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534009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Diagnose · live updates · alerts: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one-tap AI verdicts per station, a multi-metric mini report every 15–120 min while doors are open, and threshold alerts on any number.</a:t>
            </a:r>
            <a:endParaRPr lang="en-US" sz="1200" dirty="0"/>
          </a:p>
        </p:txBody>
      </p:sp>
      <p:pic>
        <p:nvPicPr>
          <p:cNvPr id="16" name="Image 0" descr="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63040"/>
            <a:ext cx="5577840" cy="203911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72200" y="35661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Flow board’s live site map, stations, heat and a dark station, on your own venue plan.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172200" y="416052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0FBFD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429768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i="1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“You’ll know a hotspot is forming, or a scanner has died, before anyone on the ground has to tell you.”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·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data,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Pulse,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place,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1463040"/>
            <a:ext cx="11338560" cy="457200"/>
          </a:xfrm>
          <a:prstGeom prst="rect">
            <a:avLst/>
          </a:prstGeom>
          <a:solidFill>
            <a:srgbClr val="F6F1FF">
              <a:alpha val="60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pile,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One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experience, one dataset, one partner, Pulse is the brain of the whole thing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 Ticketing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sales, tiers &amp; releases, access control and scanning, every buyer and every entry, captured from minute one.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3619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Cashless Payments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7472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Tap-to-pay across bars and vendors: faster queues, higher spend, zero cash risk, every transaction is live data.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1655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SuperApp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fan’s companion: tickets, top-ups, line-ups and offers in one place, an ownable channel to every attendee.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🍾 VIP Table Management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3544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 inventory, bookings and minimum spends, hosted service, your highest-value guests, managed and measured.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7727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11338560" cy="1143000"/>
          </a:xfrm>
          <a:prstGeom prst="roundRect">
            <a:avLst>
              <a:gd name="adj" fmla="val 9600"/>
            </a:avLst>
          </a:prstGeom>
          <a:solidFill>
            <a:srgbClr val="1A1A2E"/>
          </a:solidFill>
          <a:ln/>
        </p:spPr>
      </p:sp>
      <p:pic>
        <p:nvPicPr>
          <p:cNvPr id="28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794760"/>
            <a:ext cx="777240" cy="7772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370332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Pulse: the brain of the stack.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ticket scanned, every tap at a bar, every SuperApp session and every VIP booking flows into one governed dataset, where the Owl reads it, your team acts on it, and the results come back measured.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57200" y="4864608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STACK  ·  ONE DATASET  ·  ONE BRAND EXPERIENCE  ·  ONE PARTNER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385C"/>
          </a:solidFill>
          <a:ln/>
        </p:spPr>
      </p:sp>
      <p:sp>
        <p:nvSpPr>
          <p:cNvPr id="32" name="Text 29"/>
          <p:cNvSpPr/>
          <p:nvPr/>
        </p:nvSpPr>
        <p:spPr>
          <a:xfrm>
            <a:off x="59436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bar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Cashless spots the Main Bar spiking; the heat map shows the hotspot; the Owl suggests moving two devices, while the night is young.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29768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6B35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fan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+ top-ups + bar spend stitched into one picture, your next campaign targets big spenders who haven’t rebought yet.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13816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7C3AED"/>
          </a:solidFill>
          <a:ln/>
        </p:spPr>
      </p:sp>
      <p:sp>
        <p:nvSpPr>
          <p:cNvPr id="36" name="Text 33"/>
          <p:cNvSpPr/>
          <p:nvPr/>
        </p:nvSpPr>
        <p:spPr>
          <a:xfrm>
            <a:off x="827532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VIP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knows who your table guests are, what they spent and when they went quiet, next season’s invitation writes itself.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results, on your phone, in your brand, without exporting to five tools.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2026-07-09T18:56:29Z</dcterms:created>
  <dcterms:modified xsi:type="dcterms:W3CDTF">2026-07-09T18:56:29Z</dcterms:modified>
</cp:coreProperties>
</file>