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is the Experience Operating System for live events; Pulse is our new flagship product: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1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Prepared for Milk &amp; Cookies ·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does,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loop,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changed,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reports,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·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38328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891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North Star target on every screen: ahead / on-track / behind vs last event’s real sell-curve, with a projected landing.</a:t>
            </a:r>
            <a:endParaRPr lang="en-US" sz="1200" dirty="0"/>
          </a:p>
        </p:txBody>
      </p:sp>
      <p:pic>
        <p:nvPicPr>
          <p:cNvPr id="15" name="Image 0" descr="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5727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72200" y="30175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dashboard with the Owl one tap away, every number explained.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172200" y="34747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172200" y="4389120"/>
            <a:ext cx="5577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a finding to email, WhatsApp or Slack in one tap, with a link back to the view.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5394960"/>
            <a:ext cx="11338560" cy="777240"/>
          </a:xfrm>
          <a:prstGeom prst="roundRect">
            <a:avLst>
              <a:gd name="adj" fmla="val 11765"/>
            </a:avLst>
          </a:prstGeom>
          <a:solidFill>
            <a:srgbClr val="F6F1FF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5394960"/>
            <a:ext cx="10789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you, open the app and you already know what changed and what to do.”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·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“what’s on sale right now?”, “how does this compare to last year?”,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it from your own WhatsApp: answers, charts as images, tappable follow-ups, daily updates,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 action by chat: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doesn’t just answer: it can set up an alert, save a segment or draft a campaign straight from the conversation, with a confirm step before anything is created.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data,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language,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brain. Every channel.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at the centre, the doors your team already uses around it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931920" y="2468880"/>
            <a:ext cx="2157984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 flipV="1">
            <a:off x="3931920" y="3611880"/>
            <a:ext cx="2157984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089904" y="2468880"/>
            <a:ext cx="2167128" cy="114300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 flipV="1">
            <a:off x="6089904" y="3611880"/>
            <a:ext cx="2167128" cy="1234440"/>
          </a:xfrm>
          <a:prstGeom prst="line">
            <a:avLst/>
          </a:prstGeom>
          <a:noFill/>
          <a:ln w="19050">
            <a:solidFill>
              <a:srgbClr val="D6CDF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57200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The Howler Pulse app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Installs like a native app; pushes a nudge even when closed, tap it and you’re in the right place to act.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WhatsApp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the Owl like a colleague: answers, charts as images, daily updates, event-night reports.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57032" y="160020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21624" y="169164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 ChatGPT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10312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Pulse to ChatGPT (incl. Deep Research) and ask about your events from the tool you already have open.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57032" y="3977640"/>
            <a:ext cx="3474720" cy="1737360"/>
          </a:xfrm>
          <a:prstGeom prst="roundRect">
            <a:avLst>
              <a:gd name="adj" fmla="val 631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21624" y="4069080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✳️ Claude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421624" y="4480560"/>
            <a:ext cx="31546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connector plugs your event data into Claude, read-only, per-client keys you control.</a:t>
            </a:r>
            <a:endParaRPr lang="en-US" sz="1050" dirty="0"/>
          </a:p>
        </p:txBody>
      </p:sp>
      <p:pic>
        <p:nvPicPr>
          <p:cNvPr id="27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2331720"/>
            <a:ext cx="2286000" cy="228600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4681728" y="4754880"/>
            <a:ext cx="2834640" cy="402336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/>
        </p:spPr>
      </p:sp>
      <p:sp>
        <p:nvSpPr>
          <p:cNvPr id="29" name="Text 26"/>
          <p:cNvSpPr/>
          <p:nvPr/>
        </p:nvSpPr>
        <p:spPr>
          <a:xfrm>
            <a:off x="4681728" y="47548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</a:t>
            </a:r>
            <a:pPr algn="ctr" indent="0" marL="0">
              <a:buNone/>
            </a:pPr>
            <a:r>
              <a:rPr lang="en-US" sz="900" dirty="0">
                <a:solidFill>
                  <a:srgbClr val="B8B3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· one brain · your data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5943600"/>
            <a:ext cx="11338560" cy="502920"/>
          </a:xfrm>
          <a:prstGeom prst="roundRect">
            <a:avLst>
              <a:gd name="adj" fmla="val 14545"/>
            </a:avLst>
          </a:prstGeom>
          <a:solidFill>
            <a:srgbClr val="1A1A2E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5943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in the app, on WhatsApp, in ChatGPT or Claude, same Owl, same live data, same security boundary.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·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audience,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marketer’s dream, on one platform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· journeys · ad platforms · creative · attribution, one live, governed dataset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 LIVE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42032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852928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385C"/>
          </a:solidFill>
          <a:ln/>
        </p:spPr>
      </p:sp>
      <p:sp>
        <p:nvSpPr>
          <p:cNvPr id="15" name="Text 13"/>
          <p:cNvSpPr/>
          <p:nvPr/>
        </p:nvSpPr>
        <p:spPr>
          <a:xfrm>
            <a:off x="2852928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🎯 AUDIENCES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248656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248656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🗺 JOURNEYS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33488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644384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7644384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📣 AD PLATFORMS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729216" y="1417320"/>
            <a:ext cx="365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040112" y="1417320"/>
            <a:ext cx="2103120" cy="594360"/>
          </a:xfrm>
          <a:prstGeom prst="roundRect">
            <a:avLst>
              <a:gd name="adj" fmla="val 15385"/>
            </a:avLst>
          </a:prstGeom>
          <a:solidFill>
            <a:srgbClr val="059669"/>
          </a:solidFill>
          <a:ln/>
        </p:spPr>
      </p:sp>
      <p:sp>
        <p:nvSpPr>
          <p:cNvPr id="24" name="Text 22"/>
          <p:cNvSpPr/>
          <p:nvPr/>
        </p:nvSpPr>
        <p:spPr>
          <a:xfrm>
            <a:off x="10040112" y="141732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💰 REVENUE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that never go stale: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segments re-resolve live at send time; combine sources, subtract suppression lists, filter on any column.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journeys, simple setup: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timed multi-step email/SMS drips; true real-time abandoned-cart; buyers auto-exit; a per-step conversion waterfall.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→ your ad accounts: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segments to Meta/TikTok as Custom Audiences (hashed, mirrored daily); see spend, CPC and ROAS next to ticket sales.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3317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AI creative studio inside: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drafts copy, designs whole themed email layouts and draws on-brand banners; any campaign in any language.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33375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Attribution you can defend: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per-recipient opens, clicks and tracked purchases; UTMs everywhere; unique-per-person promo codes tie a sale to a send.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09360" y="43434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Guardrails a CMO will love: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 gates, POPIA-aware consent, one-click unsubscribe, audience &amp; SMS send caps.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5440680"/>
            <a:ext cx="11338560" cy="822960"/>
          </a:xfrm>
          <a:prstGeom prst="roundRect">
            <a:avLst>
              <a:gd name="adj" fmla="val 11111"/>
            </a:avLst>
          </a:prstGeom>
          <a:solidFill>
            <a:srgbClr val="F6F1FF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" y="54406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“From seeing a cohort to a live journey, an ad audience and tracked revenue, without exporting a single CSV.”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· Event Ops, your operations command centre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gates, the bars, the devices, the data itself, one live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37160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venue’s own plan with every station pinned: heat shows where the crowd is spending right now; a dark station is flagged the moment its data stops.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&amp; operator performance: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bar and every bartender, live: sales and rands-per-hour per operator, who is flying and which till has gone quiet. The River view turns the night into flowing lanes.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device tracked: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move between store and stations; append-only audit trail; every device accounted for at event close.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15968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 &amp; data health: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 watch per station and a roster of exactly which units are offline and for how long. Know a scanner died before the queue does.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5340096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Diagnose · live updates · alerts: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AI verdicts per station, a multi-metric mini report every 15–120 min while doors are open, and threshold alerts on any number.</a:t>
            </a:r>
            <a:endParaRPr lang="en-US" sz="1200" dirty="0"/>
          </a:p>
        </p:txBody>
      </p:sp>
      <p:pic>
        <p:nvPicPr>
          <p:cNvPr id="16" name="Image 0" descr="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417320"/>
            <a:ext cx="5577840" cy="1883664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172200" y="331927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site map: stations, heat and a dark station, on your own venue plan.</a:t>
            </a:r>
            <a:endParaRPr lang="en-US" sz="950" dirty="0"/>
          </a:p>
        </p:txBody>
      </p:sp>
      <p:pic>
        <p:nvPicPr>
          <p:cNvPr id="18" name="Image 1" descr="ri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749040"/>
            <a:ext cx="5577840" cy="196596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172200" y="574243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River, operators only: each lane is money flowing through one bartender’s till.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·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backup: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data,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Pulse,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place,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pile,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Howler One stack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experience, one dataset, one partner, Pulse is the brain of the whole thing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flagship of the Howler Experience 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🎟 Ticketing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9436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sales, tiers &amp; releases, access control and scanning, every buyer and every entry, captured from minute one.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3619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💳 Cashless Payments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47472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Tap-to-pay across bars and vendors: faster queues, higher spend, zero cash risk, every transaction is live data.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1655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📱 SuperApp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5508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fan’s companion: tickets, top-ups, line-ups and offers in one place, an ownable channel to every attendee.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29691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098280" y="1371600"/>
            <a:ext cx="2697480" cy="1828800"/>
          </a:xfrm>
          <a:prstGeom prst="roundRect">
            <a:avLst>
              <a:gd name="adj" fmla="val 5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14630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🍾 VIP Table Management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35440" y="1938528"/>
            <a:ext cx="2423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 inventory, bookings and minimum spends, hosted service, your highest-value guests, managed and measured.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177272" y="32004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89DD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11338560" cy="1143000"/>
          </a:xfrm>
          <a:prstGeom prst="roundRect">
            <a:avLst>
              <a:gd name="adj" fmla="val 9600"/>
            </a:avLst>
          </a:prstGeom>
          <a:solidFill>
            <a:srgbClr val="1A1A2E"/>
          </a:solidFill>
          <a:ln/>
        </p:spPr>
      </p:sp>
      <p:pic>
        <p:nvPicPr>
          <p:cNvPr id="28" name="Image 0" descr="owl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3794760"/>
            <a:ext cx="777240" cy="77724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691640" y="3703320"/>
            <a:ext cx="98755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Pulse: the brain of the stack.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ticket scanned, every tap at a bar, every SuperApp session and every VIP booking flows into one governed dataset, where the Owl reads it, your team acts on it, and the results come back measured.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57200" y="4864608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STACK  ·  ONE DATASET  ·  ONE BRAND EXPERIENCE  ·  ONE PARTNER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385C"/>
          </a:solidFill>
          <a:ln/>
        </p:spPr>
      </p:sp>
      <p:sp>
        <p:nvSpPr>
          <p:cNvPr id="32" name="Text 29"/>
          <p:cNvSpPr/>
          <p:nvPr/>
        </p:nvSpPr>
        <p:spPr>
          <a:xfrm>
            <a:off x="59436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bar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Cashless spots the Main Bar spiking; the heat map shows the hotspot; the Owl suggests moving two devices, while the night is young.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29768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FF6B35"/>
          </a:solidFill>
          <a:ln/>
        </p:spPr>
      </p:sp>
      <p:sp>
        <p:nvSpPr>
          <p:cNvPr id="34" name="Text 31"/>
          <p:cNvSpPr/>
          <p:nvPr/>
        </p:nvSpPr>
        <p:spPr>
          <a:xfrm>
            <a:off x="443484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fan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+ top-ups + bar spend stitched into one picture, your next campaign targets big spenders who haven’t rebought yet.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138160" y="5349240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7C3AED"/>
          </a:solidFill>
          <a:ln/>
        </p:spPr>
      </p:sp>
      <p:sp>
        <p:nvSpPr>
          <p:cNvPr id="36" name="Text 33"/>
          <p:cNvSpPr/>
          <p:nvPr/>
        </p:nvSpPr>
        <p:spPr>
          <a:xfrm>
            <a:off x="8275320" y="5413248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together: The VIP
</a:t>
            </a:r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FFFFF">
                    <a:alpha val="94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knows who your table guests are, what they spent and when they went quiet, next season’s invitation writes itself.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5" name="Image 0" descr="howle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"/>
            <a:ext cx="777240" cy="77724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results, on your phone, in your brand, without exporting to five tools.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2026-07-09T19:26:34Z</dcterms:created>
  <dcterms:modified xsi:type="dcterms:W3CDTF">2026-07-09T19:26:34Z</dcterms:modified>
</cp:coreProperties>
</file>