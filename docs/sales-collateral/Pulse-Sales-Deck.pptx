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is the Experience Operating System for live events; Pulse is our new flagship product: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Milk &amp; Cookies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the Event Ops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&amp; operator performance: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bar and every bartender, live: sales and rands-per-hour per operator, who is flying and which till has gone quiet. The River view turns the night into flowing lanes.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88366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31927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stations, heat and a dark station, on your own venue plan.</a:t>
            </a:r>
            <a:endParaRPr lang="en-US" sz="950" dirty="0"/>
          </a:p>
        </p:txBody>
      </p:sp>
      <p:pic>
        <p:nvPicPr>
          <p:cNvPr id="18" name="Image 1" descr="ri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49040"/>
            <a:ext cx="5577840" cy="19659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172200" y="574243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River, operators only: each lane is money flowing through one bartender’s till.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79145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29768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13816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2026-07-10T06:54:15Z</dcterms:created>
  <dcterms:modified xsi:type="dcterms:W3CDTF">2026-07-10T06:54:15Z</dcterms:modified>
</cp:coreProperties>
</file>