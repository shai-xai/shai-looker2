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Experience OS for event organisers: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Milk &amp; Cookies ·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does,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loop,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changed,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reports,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·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North Star target on every screen: ahead / on-track / behind vs last event’s real sell-curve, with a projected landing.</a:t>
            </a:r>
            <a:endParaRPr lang="en-US" sz="1200" dirty="0"/>
          </a:p>
        </p:txBody>
      </p:sp>
      <p:pic>
        <p:nvPicPr>
          <p:cNvPr id="15" name="Image 0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5727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72200" y="30175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with the Owl one tap away, every number explained.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172200" y="34747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891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a finding to email, WhatsApp or Slack in one tap, with a link back to the view.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394960"/>
            <a:ext cx="11338560" cy="777240"/>
          </a:xfrm>
          <a:prstGeom prst="roundRect">
            <a:avLst>
              <a:gd name="adj" fmla="val 11765"/>
            </a:avLst>
          </a:prstGeom>
          <a:solidFill>
            <a:srgbClr val="F6F1FF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53949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you, open the app and you already know what changed and what to do.”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·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“what’s on sale right now?”, “how does this compare to last year?”,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it from your own WhatsApp: answers, charts as images, tappable follow-ups, daily updates,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data,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language,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centre,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Howler Pulse 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closed, tap it and you’re in the right place to 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21624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✳️ Claude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Claude, read-only, per-client keys you control.</a:t>
            </a:r>
            <a:endParaRPr lang="en-US" sz="1050" dirty="0"/>
          </a:p>
        </p:txBody>
      </p:sp>
      <p:pic>
        <p:nvPicPr>
          <p:cNvPr id="27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2331720"/>
            <a:ext cx="2286000" cy="228600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4681728" y="4754880"/>
            <a:ext cx="2834640" cy="402336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/>
        </p:spPr>
      </p:sp>
      <p:sp>
        <p:nvSpPr>
          <p:cNvPr id="29" name="Text 26"/>
          <p:cNvSpPr/>
          <p:nvPr/>
        </p:nvSpPr>
        <p:spPr>
          <a:xfrm>
            <a:off x="4681728" y="47548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</a:t>
            </a:r>
            <a:pPr algn="ctr" indent="0" marL="0">
              <a:buNone/>
            </a:pPr>
            <a:r>
              <a:rPr lang="en-US" sz="9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one brain · your data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Claude,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·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audience,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attribution,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revenue,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· Event Ops, your operations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itself,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Hotspots &amp; the heat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station activity through the day in time blocks: watch the crowd move, spot the overloaded station and the dead one, staff accordingly.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63040"/>
            <a:ext cx="5577840" cy="20391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5661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Flow board’s live site map, stations, heat and a dark station, on your own venue plan.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72200" y="41605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0FBFD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429768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i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“You’ll know a hotspot is forming, or a scanner has died, before anyone on the ground has to tell you.”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·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data,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Pulse,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place,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pile,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partner,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scanning,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risk,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place,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service,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794760"/>
            <a:ext cx="777240" cy="777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370332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Pulse: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dataset, where the Owl reads it, your team acts on it, and the results come back measured.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486460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385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devices, while the night is young.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9768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6B35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picture, your next campaign targets big spenders who haven’t rebought yet.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13816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827532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quiet, next season’s invitation writes itself.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results, on your phone, in your brand, without exporting to five tools.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2026-07-09T19:03:52Z</dcterms:created>
  <dcterms:modified xsi:type="dcterms:W3CDTF">2026-07-09T19:03:52Z</dcterms:modified>
</cp:coreProperties>
</file>