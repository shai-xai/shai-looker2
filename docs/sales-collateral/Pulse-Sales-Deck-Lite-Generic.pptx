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2984" cy="10972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3" name="Shape 1"/>
          <p:cNvSpPr/>
          <p:nvPr/>
        </p:nvSpPr>
        <p:spPr>
          <a:xfrm>
            <a:off x="4062984" y="0"/>
            <a:ext cx="4062984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8125968" y="0"/>
            <a:ext cx="4062984" cy="109728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5" name="Image 0" descr="how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777240" cy="7772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3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 PRESENTS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" y="173736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8000" b="1" dirty="0">
                <a:solidFill>
                  <a:srgbClr val="FF3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80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D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event’s data, finally working for you.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2960" y="41148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9A5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 is the Experience Operating System for live events, and Pulse is our new flagship product: one white-label platform that turns your ticketing, cashless and web data into insight, action and results, in your brand, on your phone.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5394960"/>
            <a:ext cx="975360" cy="6400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11" name="Shape 8"/>
          <p:cNvSpPr/>
          <p:nvPr/>
        </p:nvSpPr>
        <p:spPr>
          <a:xfrm>
            <a:off x="1798320" y="5394960"/>
            <a:ext cx="97536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Shape 9"/>
          <p:cNvSpPr/>
          <p:nvPr/>
        </p:nvSpPr>
        <p:spPr>
          <a:xfrm>
            <a:off x="2773680" y="5394960"/>
            <a:ext cx="97536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brief ·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living loop, not five disconnected tools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data flows in, gets read for you, and turns into action and results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flagship of the Howler Experience 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371600"/>
            <a:ext cx="2606040" cy="566928"/>
          </a:xfrm>
          <a:prstGeom prst="roundRect">
            <a:avLst>
              <a:gd name="adj" fmla="val 50000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37160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📡 Your data flows in live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81528" y="1371600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47288" y="1371600"/>
            <a:ext cx="2606040" cy="566928"/>
          </a:xfrm>
          <a:prstGeom prst="roundRect">
            <a:avLst>
              <a:gd name="adj" fmla="val 50000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47288" y="137160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🦉 The Owl reads it for you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25896" y="1371600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91656" y="1371600"/>
            <a:ext cx="2606040" cy="566928"/>
          </a:xfrm>
          <a:prstGeom prst="roundRect">
            <a:avLst>
              <a:gd name="adj" fmla="val 50000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656" y="137160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You act in one tap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970264" y="1371600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336024" y="1371600"/>
            <a:ext cx="2606040" cy="566928"/>
          </a:xfrm>
          <a:prstGeom prst="roundRect">
            <a:avLst>
              <a:gd name="adj" fmla="val 50000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36024" y="137160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Results come back measured</a:t>
            </a:r>
            <a:endParaRPr lang="en-US" sz="1150" dirty="0"/>
          </a:p>
        </p:txBody>
      </p:sp>
      <p:pic>
        <p:nvPicPr>
          <p:cNvPr id="22" name="Image 0" descr="dash-gener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2286000"/>
            <a:ext cx="9144000" cy="257860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27048" y="4956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dashboards with the Owl one tap away. Screens and numbers are illustrative.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5532120"/>
            <a:ext cx="11338560" cy="640080"/>
          </a:xfrm>
          <a:prstGeom prst="roundRect">
            <a:avLst>
              <a:gd name="adj" fmla="val 14286"/>
            </a:avLst>
          </a:prstGeom>
          <a:solidFill>
            <a:srgbClr val="F6F1FF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55321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“See what’s happening, act on it, and prove the results. The longer you use Pulse, the better it gets.”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things you’ll feel in the first month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Pulse does for you, in plain terms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flagship of the Howler Experience 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716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4813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🌅  Wake up already knowing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1993392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personal morning briefing and scheduled digests tell you what changed overnight and what’s worth doing about 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3716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4813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🦉  Ask your data anything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480560" y="1993392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own AI analyst: in the app, on WhatsApp, even from ChatGPT or Claude. Grounded answers, only from your own data.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13716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4813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Act in one tap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21040" y="1993392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Reach exactly the right people with on-brand email and SMS, drafted for you, approved by you. Cohort to campaign in minutes.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13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📣  Make your ads work harder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0080" y="4325112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Pulse audiences to Meta and TikTok, keep them fresh automatically, and see what the spend actually returned.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370332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3813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Prove the results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480560" y="4325112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the target that matters, like your ticket-sales North Star, and every screen shows how you’re tracking.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38160" y="370332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813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🎪  Own event night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321040" y="4325112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live command centre for gates, bars and devices, with a report to the team’s phones through the night.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59893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exports. No stale lists. No tab-switching. One login.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 the Owl: your analyst, everywhere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brain, whichever door your team walks through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flagship of the Howler Experience 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pic>
        <p:nvPicPr>
          <p:cNvPr id="11" name="Image 0" descr="visrow-gener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1325880"/>
            <a:ext cx="8961120" cy="4114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18488" y="548640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Left to right: the morning briefing in the app, the Owl on WhatsApp, and the Pulse connector answering in ChatGPT and Claude.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5897880"/>
            <a:ext cx="11338560" cy="457200"/>
          </a:xfrm>
          <a:prstGeom prst="roundRect">
            <a:avLst>
              <a:gd name="adj" fmla="val 16000"/>
            </a:avLst>
          </a:prstGeom>
          <a:solidFill>
            <a:srgbClr val="1A1A2E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5897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D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ever your data, and it quotes, it never invents.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Howler One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experience, one dataset, one partner, and Pulse is the brain of 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flagship of the Howler Experience 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508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🎟 Ticketing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01168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sales, access control and scanning: every buyer and every entry, captured from minute one.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36192" y="3383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337560" y="141732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508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 Cashless Payments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01168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Tap-to-pay across bars and vendors: faster queues, higher spend, zero cash risk.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16552" y="3383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17920" y="141732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508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SuperApp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201168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fan’s companion: tickets, top-ups, line-ups and offers, an ownable channel to every attendee.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96912" y="3383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098280" y="141732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1508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 VIP Tables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35440" y="201168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 done properly: bookings, minimum spends and hosted service, managed and measured.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177272" y="3383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11338560" cy="1188720"/>
          </a:xfrm>
          <a:prstGeom prst="roundRect">
            <a:avLst>
              <a:gd name="adj" fmla="val 9231"/>
            </a:avLst>
          </a:prstGeom>
          <a:solidFill>
            <a:srgbClr val="1A1A2E"/>
          </a:solidFill>
          <a:ln/>
        </p:spPr>
      </p:sp>
      <p:pic>
        <p:nvPicPr>
          <p:cNvPr id="28" name="Image 0" descr="owl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041648"/>
            <a:ext cx="786384" cy="78638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737360" y="393192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Pulse: the brain of the stack. 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8D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ticket, every tap at a bar, every SuperApp session and every VIP booking feeds one dataset, and Pulse turns that dataset into decisions.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57200" y="534924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D2B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STACK  ·  ONE DATASET  ·  ONE BRAND EXPERIENCE  ·  ONE PARTNER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 event night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whole operation, live, on your own venue plan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flagship of the Howler Experience 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pic>
        <p:nvPicPr>
          <p:cNvPr id="11" name="Image 0" descr="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3664" y="1371600"/>
            <a:ext cx="8412480" cy="28437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883664" y="426110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station pinned, heat showing where the crowd is spending right now, and a dark station flagged the moment its data stops flowing.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4846320"/>
            <a:ext cx="11338560" cy="1051560"/>
          </a:xfrm>
          <a:prstGeom prst="roundRect">
            <a:avLst>
              <a:gd name="adj" fmla="val 8696"/>
            </a:avLst>
          </a:prstGeom>
          <a:solidFill>
            <a:srgbClr val="F0FBF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919472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“You’ll know a hotspot is forming, or a scanner has died, before anyone on the ground has to tell you. And through the night, a compact report lands on the team’s phones.”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2984" cy="10972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3" name="Shape 1"/>
          <p:cNvSpPr/>
          <p:nvPr/>
        </p:nvSpPr>
        <p:spPr>
          <a:xfrm>
            <a:off x="4062984" y="0"/>
            <a:ext cx="4062984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8125968" y="0"/>
            <a:ext cx="4062984" cy="109728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5" name="Image 0" descr="how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777240" cy="7772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to from here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D8D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ticketing and cashless data is already flowing through the Howler stack. Pulse is the switch that turns it into insight, action and results.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Let’s show you, live on your own numbers.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4572000"/>
            <a:ext cx="6858000" cy="685800"/>
          </a:xfrm>
          <a:prstGeom prst="roundRect">
            <a:avLst>
              <a:gd name="adj" fmla="val 49333"/>
            </a:avLst>
          </a:prstGeom>
          <a:solidFill>
            <a:srgbClr val="FF385C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57200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a live walkthrough with your Howler team  →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5760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2026-07-12T17:02:45Z</dcterms:created>
  <dcterms:modified xsi:type="dcterms:W3CDTF">2026-07-12T17:02:45Z</dcterms:modified>
</cp:coreProperties>
</file>