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0972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097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 PRESENTS · PREPARED FOR MILK &amp; COOKIES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7373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8000" b="1" dirty="0">
                <a:solidFill>
                  <a:srgbClr val="FF38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event’s data, finally working for you.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 is the Experience Operating System for live events, and Pulse is our new flagship product: one white-label platform that turns your ticketing, cashless and web data into insight, action and results, in your brand, on your phone.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394960"/>
            <a:ext cx="975360" cy="6400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1" name="Shape 8"/>
          <p:cNvSpPr/>
          <p:nvPr/>
        </p:nvSpPr>
        <p:spPr>
          <a:xfrm>
            <a:off x="1798320" y="5394960"/>
            <a:ext cx="97536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9"/>
          <p:cNvSpPr/>
          <p:nvPr/>
        </p:nvSpPr>
        <p:spPr>
          <a:xfrm>
            <a:off x="2773680" y="5394960"/>
            <a:ext cx="9753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brief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living loop, not five disconnected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 flows in, gets read for you, and turns into action and 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37160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7160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Your data flows in live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81528" y="137160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47288" y="137160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37160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🦉 The Owl reads it for you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25896" y="137160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91656" y="137160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137160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You act in one tap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70264" y="137160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36024" y="137160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137160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Results come back measured</a:t>
            </a:r>
            <a:endParaRPr lang="en-US" sz="1150" dirty="0"/>
          </a:p>
        </p:txBody>
      </p:sp>
      <p:pic>
        <p:nvPicPr>
          <p:cNvPr id="22" name="Image 0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286000"/>
            <a:ext cx="9144000" cy="2578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27048" y="4956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 with the Owl one tap away. Screens are illustrative; the numbers are Milk &amp; Cookies’ real Pulse data, pulled live on 9 July 2026.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5532120"/>
            <a:ext cx="11338560" cy="640080"/>
          </a:xfrm>
          <a:prstGeom prst="roundRect">
            <a:avLst>
              <a:gd name="adj" fmla="val 14286"/>
            </a:avLst>
          </a:prstGeom>
          <a:solidFill>
            <a:srgbClr val="F6F1F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532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“See what’s happening, act on it, and prove the results. The longer you use Pulse, the better it gets.”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things you’ll feel in the first month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Pulse does for you, in plain terms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813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🌅  Wake up already knowing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199339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personal morning briefing and scheduled digests tell you what changed overnight and what’s worth doing about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4813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🦉  Ask your data anything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80560" y="199339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own AI analyst: in the app, on WhatsApp, even from ChatGPT or Claude. Grounded answers, only from your own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371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4813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Act in one tap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21040" y="199339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 exactly the right people with on-brand email and SMS, drafted for you, approved by you. Cohort to campaign in minutes.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13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📣  Make your ads work harder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" y="432511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Pulse audiences to Meta and TikTok, keep them fresh automatically, and see what the spend actually returned.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7033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813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Prove the results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480560" y="432511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target that matters, like your 18 000-ticket North Star, and every screen shows how you’re tracking.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37033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813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🎪  Own event night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21040" y="4325112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command centre for gates, bars and devices, with a report to the team’s phones through the night.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exports. No stale lists. No tab-switching. One login.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the Owl: your analyst, everywhere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brain, whichever door your team walks through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pic>
        <p:nvPicPr>
          <p:cNvPr id="11" name="Image 0" descr="vis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325880"/>
            <a:ext cx="8961120" cy="411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18488" y="54864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to right: the morning briefing in the app, the Owl on WhatsApp, and the Pulse connector answering in ChatGPT and Claude, with Milk &amp; Cookies’ real numbers.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5897880"/>
            <a:ext cx="11338560" cy="4572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ever your data, and it quotes, it never invents.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Howler One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experience, one dataset, one partner, and Pulse is the brain of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🎟 Ticketing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sales, access control and scanning: every buyer and every entry, captured from minute one.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36192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Cashless Payments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0116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Tap-to-pay across bars and vendors: faster queues, higher spend, zero cash risk.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16552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SuperApp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0116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fan’s companion: tickets, top-ups, line-ups and offers, an ownable channel to every attendee.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96912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9828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AFF"/>
          </a:solidFill>
          <a:ln w="12700">
            <a:solidFill>
              <a:srgbClr val="ECE9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VIP Tables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201168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done properly: bookings, minimum spends and hosted service, managed and measured.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177272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9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11338560" cy="1188720"/>
          </a:xfrm>
          <a:prstGeom prst="roundRect">
            <a:avLst>
              <a:gd name="adj" fmla="val 9231"/>
            </a:avLst>
          </a:prstGeom>
          <a:solidFill>
            <a:srgbClr val="1A1A2E"/>
          </a:solidFill>
          <a:ln/>
        </p:spPr>
      </p:sp>
      <p:pic>
        <p:nvPicPr>
          <p:cNvPr id="28" name="Image 0" descr="owl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41648"/>
            <a:ext cx="786384" cy="78638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37360" y="393192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Pulse: the brain of the stack.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ticket, every tap at a bar, every SuperApp session and every VIP booking feeds one dataset, and Pulse turns that dataset into decisions.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7200" y="53492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D2B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STACK  ·  ONE DATASET  ·  ONE BRAND EXPERIENCE  ·  ONE PARTNER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event night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8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whole operation, live, on your own venue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4062984" cy="4114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Shape 4"/>
          <p:cNvSpPr/>
          <p:nvPr/>
        </p:nvSpPr>
        <p:spPr>
          <a:xfrm>
            <a:off x="4062984" y="1051560"/>
            <a:ext cx="4062984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8125968" y="1051560"/>
            <a:ext cx="4062984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pPr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flagship of the Howler Experience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pic>
        <p:nvPicPr>
          <p:cNvPr id="11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1371600"/>
            <a:ext cx="8412480" cy="28437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83664" y="426110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station pinned, heat showing where the crowd is spending right now, and a dark station flagged the moment its data stops flowing.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846320"/>
            <a:ext cx="11338560" cy="1051560"/>
          </a:xfrm>
          <a:prstGeom prst="roundRect">
            <a:avLst>
              <a:gd name="adj" fmla="val 8696"/>
            </a:avLst>
          </a:prstGeom>
          <a:solidFill>
            <a:srgbClr val="F0FBF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91947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“You’ll know a hotspot is forming, or a scanner has died, before anyone on the ground has to tell you. And through the night, a compact report lands on the team’s phones.”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109728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1097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how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from here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8D4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You’re 188 tickets from the 18 000 North Star, and there are 3 396 abandoned carts sitting in Pulse waiting to be asked nicely.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Let’s close the goal together, live on your data.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572000"/>
            <a:ext cx="6858000" cy="685800"/>
          </a:xfrm>
          <a:prstGeom prst="roundRect">
            <a:avLst>
              <a:gd name="adj" fmla="val 49333"/>
            </a:avLst>
          </a:prstGeom>
          <a:solidFill>
            <a:srgbClr val="FF385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5720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 live walkthrough with your Howler team  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howler-pulse-v2.onrender.com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2026-07-10T12:02:56Z</dcterms:created>
  <dcterms:modified xsi:type="dcterms:W3CDTF">2026-07-10T12:02:56Z</dcterms:modified>
</cp:coreProperties>
</file>