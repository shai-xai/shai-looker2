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 · PREPARED FOR MILK &amp; COOKIES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is the Experience Operating System for live events, and Pulse is our new flagship product: one white-label platform that turns your ticketing, cashless and web data into insight, action and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brief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living loop, not five disconnected tools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 flows in, gets read for you, and turns into action and results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371600"/>
            <a:ext cx="2606040" cy="566928"/>
          </a:xfrm>
          <a:prstGeom prst="roundRect">
            <a:avLst>
              <a:gd name="adj" fmla="val 50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37160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Your data flows in live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081528" y="1371600"/>
            <a:ext cx="411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47288" y="1371600"/>
            <a:ext cx="2606040" cy="566928"/>
          </a:xfrm>
          <a:prstGeom prst="roundRect">
            <a:avLst>
              <a:gd name="adj" fmla="val 50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47288" y="137160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The Owl reads it for you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25896" y="1371600"/>
            <a:ext cx="411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91656" y="1371600"/>
            <a:ext cx="2606040" cy="566928"/>
          </a:xfrm>
          <a:prstGeom prst="roundRect">
            <a:avLst>
              <a:gd name="adj" fmla="val 50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137160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You act in one tap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970264" y="1371600"/>
            <a:ext cx="411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336024" y="1371600"/>
            <a:ext cx="2606040" cy="566928"/>
          </a:xfrm>
          <a:prstGeom prst="roundRect">
            <a:avLst>
              <a:gd name="adj" fmla="val 50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37160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 Results come back measured</a:t>
            </a:r>
            <a:endParaRPr lang="en-US" sz="1150" dirty="0"/>
          </a:p>
        </p:txBody>
      </p:sp>
      <p:pic>
        <p:nvPicPr>
          <p:cNvPr id="22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2286000"/>
            <a:ext cx="9144000" cy="2578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27048" y="4956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 with the Owl one tap away. Screens are illustrative; the numbers are Milk &amp; Cookies’ real Pulse data, pulled live on 9 July 2026.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532120"/>
            <a:ext cx="11338560" cy="640080"/>
          </a:xfrm>
          <a:prstGeom prst="roundRect">
            <a:avLst>
              <a:gd name="adj" fmla="val 14286"/>
            </a:avLst>
          </a:prstGeom>
          <a:solidFill>
            <a:srgbClr val="F6F1FF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5321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“See what’s happening, act on it, and prove the results. The longer you use Pulse, the better it gets.”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things you’ll feel in the first month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Pulse does for you, in plain terms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4813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🌅  Wake up already knowing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199339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personal morning briefing and scheduled digests tell you what changed overnight and what’s worth doing about it.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3716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14813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your data anything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80560" y="199339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own AI analyst: in the app, on WhatsApp, even from ChatGPT or Claude. Grounded answers, only from your own data.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3716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4813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in one tap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21040" y="199339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Reach exactly the right people with on-brand email and SMS, drafted for you, approved by you. Cohort to campaign in minutes.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1304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 Make your ads work harder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0080" y="432511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 Pulse audiences to Meta and TikTok, keep them fresh automatically, and see what the spend actually returned.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370332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381304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Prove the results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480560" y="432511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target that matters, like your 18 000-ticket North Star, and every screen shows how you’re tracking.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38160" y="370332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81304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Own event night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321040" y="4325112"/>
            <a:ext cx="3246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command centre for gates, bars and devices, with a report to the team’s phones through the night.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598932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exports. No stale lists. No tab-switching. One login.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 the Owl: your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brain, whichever door your team walks through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pic>
        <p:nvPicPr>
          <p:cNvPr id="11" name="Image 0" descr="vis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325880"/>
            <a:ext cx="896112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18488" y="54864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 to right: the morning briefing in the app, the Owl on WhatsApp, and the Pulse connector answering in ChatGPT and Claude, with Milk &amp; Cookies’ real numbers.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5897880"/>
            <a:ext cx="11338560" cy="457200"/>
          </a:xfrm>
          <a:prstGeom prst="roundRect">
            <a:avLst>
              <a:gd name="adj" fmla="val 16000"/>
            </a:avLst>
          </a:prstGeom>
          <a:solidFill>
            <a:srgbClr val="1A1A2E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ever your data, and it quotes, it never invents.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and Pulse is the brain of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08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01168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access control and scanning: every buyer and every entry, captured from minute one.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36192" y="3383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41732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508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01168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16552" y="3383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41732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508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55080" y="201168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offers, an ownable channel to every attendee.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96912" y="3383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41732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508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⭐ VIP Tables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01168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done properly: bookings, minimum spends and hosted service, managed and measured.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177272" y="3383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11338560" cy="1188720"/>
          </a:xfrm>
          <a:prstGeom prst="roundRect">
            <a:avLst>
              <a:gd name="adj" fmla="val 9231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041648"/>
            <a:ext cx="786384" cy="78638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37360" y="393192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ticket, every tap at a bar, every SuperApp session and every VIP booking feeds one dataset, and Pulse turns that dataset into decisions.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534924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event night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whole operation, live, on your own venue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pic>
        <p:nvPicPr>
          <p:cNvPr id="11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1371600"/>
            <a:ext cx="8412480" cy="28437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83664" y="426110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station pinned, heat showing where the crowd is spending right now, and a dark station flagged the moment its data stops flowing.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4846320"/>
            <a:ext cx="11338560" cy="1051560"/>
          </a:xfrm>
          <a:prstGeom prst="roundRect">
            <a:avLst>
              <a:gd name="adj" fmla="val 8696"/>
            </a:avLst>
          </a:prstGeom>
          <a:solidFill>
            <a:srgbClr val="F0FBFD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919472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 And through the night, a compact report lands on the team’s phones.”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from here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You’re 188 tickets from the 18 000 North Star, and there are 3 396 abandoned carts sitting in Pulse waiting to be asked nicely.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5661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Let’s close the goal together, live on your data.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572000"/>
            <a:ext cx="685800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57200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 a live walkthrough with your Howler team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2026-07-10T07:04:27Z</dcterms:created>
  <dcterms:modified xsi:type="dcterms:W3CDTF">2026-07-10T07:04:27Z</dcterms:modified>
</cp:coreProperties>
</file>