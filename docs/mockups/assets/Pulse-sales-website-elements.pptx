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D1D1F"/>
                </a:solidFill>
                <a:latin typeface="Helvetica Neue"/>
              </a:rPr>
              <a:t>Howler Pulse · the sales website, element by element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E6E73"/>
                </a:solidFill>
                <a:latin typeface="Helvetica Neue"/>
              </a:rPr>
              <a:t>howler-pulse-v2.onrender.com/sales · assets for the marketing team ·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E6E73"/>
                </a:solidFill>
                <a:latin typeface="Helvetica Neue"/>
              </a:rPr>
              <a:t>Every image is a real capture of the live site. Animated sections are stills; see the site for motion.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Hero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The future of event intelligence is here. Opening statement, three CTAs, straight into a live product demo.</a:t>
            </a:r>
          </a:p>
        </p:txBody>
      </p:sp>
      <p:pic>
        <p:nvPicPr>
          <p:cNvPr id="4" name="Picture 3" descr="01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37" y="1600200"/>
            <a:ext cx="1073702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Interactive 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A live, self-driving preview: alerts land, the nav opens, the Owl suggests. Tours Goals, Alerts, Inbox, Engage and the live dashboard.</a:t>
            </a:r>
          </a:p>
        </p:txBody>
      </p:sp>
      <p:pic>
        <p:nvPicPr>
          <p:cNvPr id="4" name="Picture 3" descr="02-interactive-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054" y="1600200"/>
            <a:ext cx="684958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Data in, insight out, action taken, results measured. The story the whole site hangs on.</a:t>
            </a:r>
          </a:p>
        </p:txBody>
      </p:sp>
      <p:pic>
        <p:nvPicPr>
          <p:cNvPr id="4" name="Picture 3" descr="03-insight-lo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2057971"/>
            <a:ext cx="11091672" cy="41593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See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Live dashboards and real renders of the product, phone-first.</a:t>
            </a:r>
          </a:p>
        </p:txBody>
      </p:sp>
      <p:pic>
        <p:nvPicPr>
          <p:cNvPr id="4" name="Picture 3" descr="04-see-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2440066"/>
            <a:ext cx="11091672" cy="33951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Ask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Your analyst on call 24/7, on any medium: WhatsApp, the app, ChatGPT, Claude. Sliding carousel of mediums.</a:t>
            </a:r>
          </a:p>
        </p:txBody>
      </p:sp>
      <p:pic>
        <p:nvPicPr>
          <p:cNvPr id="4" name="Picture 3" descr="05-ask-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2374564"/>
            <a:ext cx="11091672" cy="35261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Act on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The Owl builds a journey live as a branching tree: trigger, email, opened / no-open branches, purchase auto-exit.</a:t>
            </a:r>
          </a:p>
        </p:txBody>
      </p:sp>
      <p:pic>
        <p:nvPicPr>
          <p:cNvPr id="4" name="Picture 3" descr="06-act-on-it-journey-tr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1959718"/>
            <a:ext cx="11091672" cy="43558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One brain, every 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The Owl at the centre; real channel logos (Pulse web app, WhatsApp, ChatGPT, Claude).</a:t>
            </a:r>
          </a:p>
        </p:txBody>
      </p:sp>
      <p:pic>
        <p:nvPicPr>
          <p:cNvPr id="4" name="Picture 3" descr="07-owl-every-chan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306" y="1600200"/>
            <a:ext cx="6585081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The marketer’s dream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Animated pipeline: dots flow across phases, ad audiences sync to Meta and TikTok.</a:t>
            </a:r>
          </a:p>
        </p:txBody>
      </p:sp>
      <p:pic>
        <p:nvPicPr>
          <p:cNvPr id="4" name="Picture 3" descr="08-marketers-d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710" y="1600200"/>
            <a:ext cx="827627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Finger on the 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Goals (animated ring), Alerts (live alert), Digests / Briefings (mail + briefing), app Notifications (badge).</a:t>
            </a:r>
          </a:p>
        </p:txBody>
      </p:sp>
      <p:pic>
        <p:nvPicPr>
          <p:cNvPr id="4" name="Picture 3" descr="09-finger-on-the-pul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973" y="1600200"/>
            <a:ext cx="9357747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Event Ops command centre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The animated site plan: station health, breathing crowd blobs, a station going dark and recovering.</a:t>
            </a:r>
          </a:p>
        </p:txBody>
      </p:sp>
      <p:pic>
        <p:nvPicPr>
          <p:cNvPr id="4" name="Picture 3" descr="10-event-o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328" y="1600200"/>
            <a:ext cx="745103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The Howler One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One experience, one dataset. Better-together stories for the bar, the fan, the VIP.</a:t>
            </a:r>
          </a:p>
        </p:txBody>
      </p:sp>
      <p:pic>
        <p:nvPicPr>
          <p:cNvPr id="4" name="Picture 3" descr="11-howler-one-st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718" y="1600200"/>
            <a:ext cx="669625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The honest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If you’re using Looker, Mailchimp, WhatsApp threads or gut feel: the gap, and what Pulse changes.</a:t>
            </a:r>
          </a:p>
        </p:txBody>
      </p:sp>
      <p:pic>
        <p:nvPicPr>
          <p:cNvPr id="4" name="Picture 3" descr="12-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1746836"/>
            <a:ext cx="11091672" cy="47816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The pitch in one line, with demo and in-flow CTAs.</a:t>
            </a:r>
          </a:p>
        </p:txBody>
      </p:sp>
      <p:pic>
        <p:nvPicPr>
          <p:cNvPr id="4" name="Picture 3" descr="13-clo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2358188"/>
            <a:ext cx="11091672" cy="35589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Features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Every feature led by value, grouped: See it / Ask it / Act on it / Run the event / Yours, and trusted. Honest status labels.</a:t>
            </a:r>
          </a:p>
        </p:txBody>
      </p:sp>
      <p:pic>
        <p:nvPicPr>
          <p:cNvPr id="4" name="Picture 3" descr="14-features-inde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015" y="1600200"/>
            <a:ext cx="721766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Coming Soon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Fan Owl (web-first, helps fans buy), Budgeting, Owl Event Builder, Owl Skills.</a:t>
            </a:r>
          </a:p>
        </p:txBody>
      </p:sp>
      <p:pic>
        <p:nvPicPr>
          <p:cNvPr id="4" name="Picture 3" descr="15-coming-soon-road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741" y="1600200"/>
            <a:ext cx="491821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"In flow"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Every signal flows in, insight flows out. Animated concept at /sales/experience.</a:t>
            </a:r>
          </a:p>
        </p:txBody>
      </p:sp>
      <p:pic>
        <p:nvPicPr>
          <p:cNvPr id="4" name="Picture 3" descr="16-in-flow-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1711356"/>
            <a:ext cx="11091672" cy="485260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Event Ops live map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Festival map with device health, incidents dispatched and resolved, radio calls.</a:t>
            </a:r>
          </a:p>
        </p:txBody>
      </p:sp>
      <p:pic>
        <p:nvPicPr>
          <p:cNvPr id="4" name="Picture 3" descr="17-event-ops-live-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015" y="1600200"/>
            <a:ext cx="721766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Helvetica Neue"/>
              </a:rPr>
              <a:t>Mobile-first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E6E73"/>
                </a:solidFill>
                <a:latin typeface="Helvetica Neue"/>
              </a:rPr>
              <a:t>The same story on a phone: the demo becomes a phone frame. Clients live on their phones.</a:t>
            </a:r>
          </a:p>
        </p:txBody>
      </p:sp>
      <p:pic>
        <p:nvPicPr>
          <p:cNvPr id="4" name="Picture 3" descr="18-mobile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324" y="1600200"/>
            <a:ext cx="234504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1D1F"/>
                </a:solidFill>
                <a:latin typeface="Helvetica Neue"/>
              </a:rPr>
              <a:t>Where to see it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D1D1F"/>
                </a:solidFill>
                <a:latin typeface="Helvetica Neue"/>
              </a:rPr>
              <a:t>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560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385C"/>
                </a:solidFill>
                <a:latin typeface="Helvetica Neue"/>
              </a:rPr>
              <a:t>https://howler-pulse-v2.onrender.com/sales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D1D1F"/>
                </a:solidFill>
                <a:latin typeface="Helvetica Neue"/>
              </a:rPr>
              <a:t>Every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2461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385C"/>
                </a:solidFill>
                <a:latin typeface="Helvetica Neue"/>
              </a:rPr>
              <a:t>https://howler-pulse-v2.onrender.com/sales/features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D1D1F"/>
                </a:solidFill>
                <a:latin typeface="Helvetica Neue"/>
              </a:rPr>
              <a:t>In flow (animated concepts)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931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385C"/>
                </a:solidFill>
                <a:latin typeface="Helvetica Neue"/>
              </a:rPr>
              <a:t>https://howler-pulse-v2.onrender.com/sales/experience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